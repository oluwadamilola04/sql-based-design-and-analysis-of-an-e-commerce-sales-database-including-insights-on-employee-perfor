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9E48A-382B-4F7C-A9C5-5E2C30302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00488-83CA-4DC6-8AD5-D5CE31482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0DE6E-9177-4D37-A1E4-2071765A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8E660-EB42-4F37-8E7C-965DE63E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A66A-C6E5-4099-9FBA-A3A1AE94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6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BEE3-B522-42DF-90AA-6BEEAC84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A3B98-AB8A-46CF-BFCE-50E2607A6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3DA03-A6FC-484C-A1F5-0C26F0B2F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5540A-8E66-444A-9030-94F27E83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C5FC4-89FB-4320-94BD-FBB459F8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7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67F29-5283-4FAE-A49F-4B19FC36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2CE9E-E3F0-44B7-A86D-1C9DB6921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807F5-D6F1-44AE-A424-EB509FBE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69109-DF2F-4E56-88D8-5AF4A68F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57D47-9D9C-47D1-9682-1E831FB7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36DB-5E0F-4BDB-91A4-FF78CE2F3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D8417-4794-4353-A52F-F831E25A1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E3EE9-B376-4D47-864F-DDE943327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016EB-E635-46DE-8462-6A45BABB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1F46B-8578-4791-B3AA-D4D8A295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333C5-CDD0-40CD-860D-CEAA442E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6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25B9-669C-4A2A-837A-C40A0B3B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D2724-E124-45B8-9E74-25323AFF2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DA601-7062-41BD-BA7E-9A42B9B01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0A14C-1949-409F-8751-1AE337D61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D5EA11-2564-4AFB-9E2E-B6A160DC6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DC0D2-E5DB-402E-BF1E-9A5025F2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67D85E-7943-40C0-9856-2F708A02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345A07-310E-405D-9834-135B6AE7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3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F617-A933-4ECD-A114-A47A6DD1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FEA37-FC3B-4C17-AB9E-EBC20220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93602-AF7C-4848-B8DE-0A26AF55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5C445-00D9-4CCF-8309-78A46599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C1B31-2327-4E83-B966-90EDBC028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878EA-77B1-48CC-A500-B49AB1AE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4655C-3A90-4A88-A124-0982BC11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1F59-43E4-41A9-9F5B-BB25ED9B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E6576-95B5-4A8A-8993-3197D5BA4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29793-8A83-4362-AE64-45ADEF8DC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A8F6C-07EC-4408-A9A4-1D1A22A65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76312-1D39-46D8-BDF9-965E35F5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A38C8-C39B-485D-99A6-81356E21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1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253D-D79F-405D-9F07-533550618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E28EB-D057-4064-8166-76E8EC230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1246B-C5D4-4FA7-905E-AF113D5F0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0769E-AF49-4540-B8A8-1C201550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66BFC-9EBD-4012-AADC-E0777055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64F59-7F07-46BA-8F1E-F0234F3CF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9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731B3-8464-4248-B19F-1540A610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650A7-0F63-42BE-8CEF-4998FBC33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00A32-6002-49F2-8215-C92C6C064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E2F4A-D8AB-41BE-9E7D-2DEF1C20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83C8C-D42B-4FFC-9F0A-9AF191E4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9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B7E223-3C04-403B-B166-D2A85669A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8668F-6F13-40C9-A4F6-E449F5230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4A8F6-DB8F-4C6F-8D2A-32331DA41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F0FFB-BA4A-4FE1-A3B1-68A9749D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2E684-DAE1-4668-9A36-67657947F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9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2E54A-1D4E-4342-B35B-06E4ED996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AD365-FE8D-4D57-B491-853C72CF2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BABD8-9478-4A33-82BA-21181B794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AA800-BF83-4A61-93C3-2F63642464F3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35EA6-6E8C-44CD-96F1-6D98FE3E8E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6B0EC-5F60-4C79-9E15-8A9548869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B1A94-E118-44A0-8C8E-BBE233BC8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0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B857-B08C-43C6-BB21-074B92754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2887"/>
            <a:ext cx="9144000" cy="917075"/>
          </a:xfrm>
        </p:spPr>
        <p:txBody>
          <a:bodyPr/>
          <a:lstStyle/>
          <a:p>
            <a:r>
              <a:rPr lang="en-US" b="1" dirty="0"/>
              <a:t>My SQL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1F5C6-19C4-4F82-890F-BC59D223D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1881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Results from individual queries</a:t>
            </a:r>
          </a:p>
        </p:txBody>
      </p:sp>
    </p:spTree>
    <p:extLst>
      <p:ext uri="{BB962C8B-B14F-4D97-AF65-F5344CB8AC3E}">
        <p14:creationId xmlns:p14="http://schemas.microsoft.com/office/powerpoint/2010/main" val="126267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1045F-FF52-4025-BA1C-694DF301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1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B1C345-2BB2-4B4A-9E5B-704383667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80" y="1690688"/>
            <a:ext cx="10859011" cy="4246649"/>
          </a:xfrm>
        </p:spPr>
      </p:pic>
    </p:spTree>
    <p:extLst>
      <p:ext uri="{BB962C8B-B14F-4D97-AF65-F5344CB8AC3E}">
        <p14:creationId xmlns:p14="http://schemas.microsoft.com/office/powerpoint/2010/main" val="318370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EF7E-10F9-437B-9B7F-2B8F9EBE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3AA8D1-309F-4261-829B-DF3C3714D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52" y="1954061"/>
            <a:ext cx="10093411" cy="4028832"/>
          </a:xfrm>
        </p:spPr>
      </p:pic>
    </p:spTree>
    <p:extLst>
      <p:ext uri="{BB962C8B-B14F-4D97-AF65-F5344CB8AC3E}">
        <p14:creationId xmlns:p14="http://schemas.microsoft.com/office/powerpoint/2010/main" val="2771428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949A-6552-4660-8C31-10C8FD12D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A62BCD-5CAD-4AE8-B843-448FF1E12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76" y="2605414"/>
            <a:ext cx="10811748" cy="2655518"/>
          </a:xfrm>
        </p:spPr>
      </p:pic>
    </p:spTree>
    <p:extLst>
      <p:ext uri="{BB962C8B-B14F-4D97-AF65-F5344CB8AC3E}">
        <p14:creationId xmlns:p14="http://schemas.microsoft.com/office/powerpoint/2010/main" val="210367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0C2A-3FB9-4D6E-ACEA-A137D40F6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995DFB-0DCE-4602-A16B-A14C379DB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60" y="3006247"/>
            <a:ext cx="11085107" cy="1916482"/>
          </a:xfrm>
        </p:spPr>
      </p:pic>
    </p:spTree>
    <p:extLst>
      <p:ext uri="{BB962C8B-B14F-4D97-AF65-F5344CB8AC3E}">
        <p14:creationId xmlns:p14="http://schemas.microsoft.com/office/powerpoint/2010/main" val="309795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2BA7-3FB1-4390-8C61-5967E1B82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6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B501F2-8643-47D7-9382-243276090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391" y="2544980"/>
            <a:ext cx="9175316" cy="1989168"/>
          </a:xfrm>
        </p:spPr>
      </p:pic>
    </p:spTree>
    <p:extLst>
      <p:ext uri="{BB962C8B-B14F-4D97-AF65-F5344CB8AC3E}">
        <p14:creationId xmlns:p14="http://schemas.microsoft.com/office/powerpoint/2010/main" val="32659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8E48-8B04-4744-B126-0C177D35B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7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8BC126-38DC-4284-9ED9-B4097EA47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76" y="1690688"/>
            <a:ext cx="8461903" cy="4116215"/>
          </a:xfrm>
        </p:spPr>
      </p:pic>
    </p:spTree>
    <p:extLst>
      <p:ext uri="{BB962C8B-B14F-4D97-AF65-F5344CB8AC3E}">
        <p14:creationId xmlns:p14="http://schemas.microsoft.com/office/powerpoint/2010/main" val="120916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AEB6-E403-44E7-A8DB-1FAC7720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8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A4E5FB-E1EE-48AB-A587-0AE58B95B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216" y="1731460"/>
            <a:ext cx="7778663" cy="4341580"/>
          </a:xfrm>
        </p:spPr>
      </p:pic>
    </p:spTree>
    <p:extLst>
      <p:ext uri="{BB962C8B-B14F-4D97-AF65-F5344CB8AC3E}">
        <p14:creationId xmlns:p14="http://schemas.microsoft.com/office/powerpoint/2010/main" val="255959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96E4-5C38-4220-A9C4-1E72552A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2E469D-C201-4804-8C1C-D911B7DD3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589" y="2079321"/>
            <a:ext cx="9433643" cy="3682652"/>
          </a:xfrm>
        </p:spPr>
      </p:pic>
    </p:spTree>
    <p:extLst>
      <p:ext uri="{BB962C8B-B14F-4D97-AF65-F5344CB8AC3E}">
        <p14:creationId xmlns:p14="http://schemas.microsoft.com/office/powerpoint/2010/main" val="2348880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B8CB-4413-4BC0-9340-8174DC0B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10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21D35A-AD49-4725-BA58-7295FF62A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118" y="1665390"/>
            <a:ext cx="8104340" cy="4440309"/>
          </a:xfrm>
        </p:spPr>
      </p:pic>
    </p:spTree>
    <p:extLst>
      <p:ext uri="{BB962C8B-B14F-4D97-AF65-F5344CB8AC3E}">
        <p14:creationId xmlns:p14="http://schemas.microsoft.com/office/powerpoint/2010/main" val="1085417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B851-B1FD-4A87-A05B-01BD23F7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11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4F4236-2286-47F9-B107-53C36F78C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750749"/>
            <a:ext cx="7954027" cy="4490941"/>
          </a:xfrm>
        </p:spPr>
      </p:pic>
    </p:spTree>
    <p:extLst>
      <p:ext uri="{BB962C8B-B14F-4D97-AF65-F5344CB8AC3E}">
        <p14:creationId xmlns:p14="http://schemas.microsoft.com/office/powerpoint/2010/main" val="479808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7037-CBBD-4EBB-B4C6-48DA991E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12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45DB65-EE80-4EA9-B97F-AB565C2D0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811" y="1862329"/>
            <a:ext cx="8722165" cy="4573420"/>
          </a:xfrm>
        </p:spPr>
      </p:pic>
    </p:spTree>
    <p:extLst>
      <p:ext uri="{BB962C8B-B14F-4D97-AF65-F5344CB8AC3E}">
        <p14:creationId xmlns:p14="http://schemas.microsoft.com/office/powerpoint/2010/main" val="667981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64A3-2698-4DEF-A7E5-7892E0C6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13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0768FA-3203-4795-98D6-6338B41A8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95" y="2705622"/>
            <a:ext cx="9784840" cy="2592888"/>
          </a:xfrm>
        </p:spPr>
      </p:pic>
    </p:spTree>
    <p:extLst>
      <p:ext uri="{BB962C8B-B14F-4D97-AF65-F5344CB8AC3E}">
        <p14:creationId xmlns:p14="http://schemas.microsoft.com/office/powerpoint/2010/main" val="1266241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0CC1-C52B-4773-A08A-01C4FE96A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14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861AFE-EDF0-4D20-89E4-ABD5817F0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28" y="2104373"/>
            <a:ext cx="10105438" cy="3632548"/>
          </a:xfrm>
        </p:spPr>
      </p:pic>
    </p:spTree>
    <p:extLst>
      <p:ext uri="{BB962C8B-B14F-4D97-AF65-F5344CB8AC3E}">
        <p14:creationId xmlns:p14="http://schemas.microsoft.com/office/powerpoint/2010/main" val="2310386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C137-6E3B-4F12-B6AC-262BD742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15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53ED20-3163-4A13-A9FB-A1979527A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436" y="1526401"/>
            <a:ext cx="8142711" cy="4536195"/>
          </a:xfrm>
        </p:spPr>
      </p:pic>
    </p:spTree>
    <p:extLst>
      <p:ext uri="{BB962C8B-B14F-4D97-AF65-F5344CB8AC3E}">
        <p14:creationId xmlns:p14="http://schemas.microsoft.com/office/powerpoint/2010/main" val="3586627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35</Words>
  <Application>Microsoft Office PowerPoint</Application>
  <PresentationFormat>Widescreen</PresentationFormat>
  <Paragraphs>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My SQL Project </vt:lpstr>
      <vt:lpstr>Result 1</vt:lpstr>
      <vt:lpstr>Result 2</vt:lpstr>
      <vt:lpstr>Result 3</vt:lpstr>
      <vt:lpstr>Result 5</vt:lpstr>
      <vt:lpstr>Result 6</vt:lpstr>
      <vt:lpstr>Result 7</vt:lpstr>
      <vt:lpstr>Result 8</vt:lpstr>
      <vt:lpstr>Result 9</vt:lpstr>
      <vt:lpstr>Result 10</vt:lpstr>
      <vt:lpstr>Result 11</vt:lpstr>
      <vt:lpstr>Result 12</vt:lpstr>
      <vt:lpstr>Result 13</vt:lpstr>
      <vt:lpstr>Result 14</vt:lpstr>
      <vt:lpstr>Result 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SQL Project </dc:title>
  <dc:creator>oluwadamilola Akinrinmade</dc:creator>
  <cp:lastModifiedBy>oluwadamilola Akinrinmade</cp:lastModifiedBy>
  <cp:revision>4</cp:revision>
  <dcterms:created xsi:type="dcterms:W3CDTF">2024-09-03T07:08:46Z</dcterms:created>
  <dcterms:modified xsi:type="dcterms:W3CDTF">2024-09-04T22:06:55Z</dcterms:modified>
</cp:coreProperties>
</file>